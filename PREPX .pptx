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9"/>
  </p:notesMasterIdLst>
  <p:sldIdLst>
    <p:sldId id="281" r:id="rId2"/>
    <p:sldId id="313" r:id="rId3"/>
    <p:sldId id="315" r:id="rId4"/>
    <p:sldId id="316" r:id="rId5"/>
    <p:sldId id="318" r:id="rId6"/>
    <p:sldId id="321" r:id="rId7"/>
    <p:sldId id="314" r:id="rId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un kumar" initials="vk" lastIdx="1" clrIdx="0">
    <p:extLst>
      <p:ext uri="{19B8F6BF-5375-455C-9EA6-DF929625EA0E}">
        <p15:presenceInfo xmlns:p15="http://schemas.microsoft.com/office/powerpoint/2012/main" userId="ac3c5a766e6afc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06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6552602" y="0"/>
            <a:ext cx="2134198" cy="876300"/>
            <a:chOff x="6477000" y="3924300"/>
            <a:chExt cx="2235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502400" y="3924300"/>
              <a:ext cx="22098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3B4335-2E7A-5CEC-C0E8-EFDCD91AFC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72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E336C4E-A392-8729-E9AD-5C8843EB4C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2940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72E63F-589D-8B42-99FD-D388EA2B82A4}"/>
              </a:ext>
            </a:extLst>
          </p:cNvPr>
          <p:cNvSpPr txBox="1"/>
          <p:nvPr/>
        </p:nvSpPr>
        <p:spPr>
          <a:xfrm>
            <a:off x="762000" y="533400"/>
            <a:ext cx="7924800" cy="8401017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PREPX</a:t>
            </a:r>
            <a:endParaRPr lang="en-US" sz="16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b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Kalash Thakur            2211985023                                                           Supervised by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Gaurav Sharma           2211985020                                                           Dr. Rajat </a:t>
            </a: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Ruhael Singh              2211985042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Mahikshit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Choudhary 2211985031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6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spcBef>
                <a:spcPts val="330"/>
              </a:spcBef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8255" indent="-514350">
              <a:spcBef>
                <a:spcPts val="330"/>
              </a:spcBef>
              <a:buFontTx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53694C-5B27-44DC-A262-63CAFFD8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231" y="1219200"/>
            <a:ext cx="609601" cy="3048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3F81C-9ED1-4E55-B503-352D486A505A}"/>
              </a:ext>
            </a:extLst>
          </p:cNvPr>
          <p:cNvSpPr txBox="1"/>
          <p:nvPr/>
        </p:nvSpPr>
        <p:spPr>
          <a:xfrm>
            <a:off x="4181231" y="1524000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Prep-X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4D682-8CB9-49A0-A7CD-EB619E67A79D}"/>
              </a:ext>
            </a:extLst>
          </p:cNvPr>
          <p:cNvSpPr txBox="1"/>
          <p:nvPr/>
        </p:nvSpPr>
        <p:spPr>
          <a:xfrm>
            <a:off x="4181231" y="2225034"/>
            <a:ext cx="4953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modern platform for structured interview preparation. Our website helps students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“Prepare smarter, perform better.”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connects learners with curated questions, mock interviews, and productivity tools to streamline their journey from preparation to placement, ensuring focused learning, continuous improvement, and interview success.</a:t>
            </a:r>
          </a:p>
          <a:p>
            <a:br>
              <a:rPr lang="en-US" sz="2000" dirty="0"/>
            </a:br>
            <a:endParaRPr lang="en-US" sz="20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E10294C-C0F5-901F-975A-66E2C0C42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770" y="1069975"/>
            <a:ext cx="3456830" cy="5326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813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53694C-5B27-44DC-A262-63CAFFD8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3768" y="228600"/>
            <a:ext cx="609601" cy="3048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385B9-D20A-4721-813D-1EDC6708B8C8}"/>
              </a:ext>
            </a:extLst>
          </p:cNvPr>
          <p:cNvSpPr txBox="1"/>
          <p:nvPr/>
        </p:nvSpPr>
        <p:spPr>
          <a:xfrm>
            <a:off x="228600" y="1828800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Why Prep-X?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D83B1-C30B-44AA-A216-E4FB6426A4AD}"/>
              </a:ext>
            </a:extLst>
          </p:cNvPr>
          <p:cNvSpPr txBox="1"/>
          <p:nvPr/>
        </p:nvSpPr>
        <p:spPr>
          <a:xfrm>
            <a:off x="266698" y="3276600"/>
            <a:ext cx="438150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Preparation Methods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struggle with scattered resources and unstructured study approaches, leading to low success rates in interviews.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8589-0406-483A-80D9-8DB02097EBD9}"/>
              </a:ext>
            </a:extLst>
          </p:cNvPr>
          <p:cNvSpPr txBox="1"/>
          <p:nvPr/>
        </p:nvSpPr>
        <p:spPr>
          <a:xfrm>
            <a:off x="5334000" y="3253499"/>
            <a:ext cx="34329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Challenges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coding doubts, weak concepts, low accuracy, lack of structured planning, and interview anxiety.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86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53694C-5B27-44DC-A262-63CAFFD8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8618" y="228600"/>
            <a:ext cx="609601" cy="3048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7A6E8-745D-4A41-B7D9-9D8C9191B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7" y="1449406"/>
            <a:ext cx="4572000" cy="1143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Centralized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9A2CD-D010-4E32-BF12-835675577090}"/>
              </a:ext>
            </a:extLst>
          </p:cNvPr>
          <p:cNvSpPr txBox="1"/>
          <p:nvPr/>
        </p:nvSpPr>
        <p:spPr>
          <a:xfrm>
            <a:off x="304797" y="3090930"/>
            <a:ext cx="3048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4D185-63BE-4F50-B6ED-5C15716BAE95}"/>
              </a:ext>
            </a:extLst>
          </p:cNvPr>
          <p:cNvSpPr txBox="1"/>
          <p:nvPr/>
        </p:nvSpPr>
        <p:spPr>
          <a:xfrm>
            <a:off x="687752" y="3170991"/>
            <a:ext cx="27373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clean, intuitive platform designed for seamless interview preparation.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3F023-1612-4A4A-A820-7839D1C11433}"/>
              </a:ext>
            </a:extLst>
          </p:cNvPr>
          <p:cNvSpPr txBox="1"/>
          <p:nvPr/>
        </p:nvSpPr>
        <p:spPr>
          <a:xfrm>
            <a:off x="3503247" y="3090930"/>
            <a:ext cx="3048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504560-27CF-4DE5-B740-881535C56A51}"/>
              </a:ext>
            </a:extLst>
          </p:cNvPr>
          <p:cNvSpPr txBox="1"/>
          <p:nvPr/>
        </p:nvSpPr>
        <p:spPr>
          <a:xfrm>
            <a:off x="304797" y="4953000"/>
            <a:ext cx="3048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405C9-BB57-274E-7CE6-FDEDEB8BEF2F}"/>
              </a:ext>
            </a:extLst>
          </p:cNvPr>
          <p:cNvSpPr txBox="1"/>
          <p:nvPr/>
        </p:nvSpPr>
        <p:spPr>
          <a:xfrm>
            <a:off x="3962400" y="3100870"/>
            <a:ext cx="2590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everything into one place—question bank, mock interviews, productivity tools, and analytics—so users can prepare without switching between multiple platforms.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98FBE-784F-785E-F776-EE5A55D038A4}"/>
              </a:ext>
            </a:extLst>
          </p:cNvPr>
          <p:cNvSpPr txBox="1"/>
          <p:nvPr/>
        </p:nvSpPr>
        <p:spPr>
          <a:xfrm>
            <a:off x="647697" y="5029200"/>
            <a:ext cx="2514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organized with built-in tools like resume builder, to-do planner.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E8EB6-1BF1-234D-3FEA-5D9D1DDFDFEA}"/>
              </a:ext>
            </a:extLst>
          </p:cNvPr>
          <p:cNvSpPr txBox="1"/>
          <p:nvPr/>
        </p:nvSpPr>
        <p:spPr>
          <a:xfrm>
            <a:off x="673076" y="3034039"/>
            <a:ext cx="2438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9E907-8FE9-194C-FADC-ECEBF6B2F200}"/>
              </a:ext>
            </a:extLst>
          </p:cNvPr>
          <p:cNvSpPr txBox="1"/>
          <p:nvPr/>
        </p:nvSpPr>
        <p:spPr>
          <a:xfrm>
            <a:off x="3924300" y="3038584"/>
            <a:ext cx="2933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Platform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59BC64-C067-3633-7920-483859BBB112}"/>
              </a:ext>
            </a:extLst>
          </p:cNvPr>
          <p:cNvSpPr txBox="1"/>
          <p:nvPr/>
        </p:nvSpPr>
        <p:spPr>
          <a:xfrm>
            <a:off x="647697" y="4919246"/>
            <a:ext cx="2777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Tools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2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53694C-5B27-44DC-A262-63CAFFD8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732" y="203775"/>
            <a:ext cx="609601" cy="3048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385B9-D20A-4721-813D-1EDC6708B8C8}"/>
              </a:ext>
            </a:extLst>
          </p:cNvPr>
          <p:cNvSpPr txBox="1"/>
          <p:nvPr/>
        </p:nvSpPr>
        <p:spPr>
          <a:xfrm>
            <a:off x="128875" y="2421015"/>
            <a:ext cx="7467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Key Features of Prep-X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D83B1-C30B-44AA-A216-E4FB6426A4AD}"/>
              </a:ext>
            </a:extLst>
          </p:cNvPr>
          <p:cNvSpPr txBox="1"/>
          <p:nvPr/>
        </p:nvSpPr>
        <p:spPr>
          <a:xfrm>
            <a:off x="151738" y="3810000"/>
            <a:ext cx="259080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Practice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Topic-wise questions, difficulty levels, and curated sets ensure focused and systematic preparation.</a:t>
            </a:r>
          </a:p>
          <a:p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090FA-95F4-4132-BED4-2D0FE866F262}"/>
              </a:ext>
            </a:extLst>
          </p:cNvPr>
          <p:cNvSpPr txBox="1"/>
          <p:nvPr/>
        </p:nvSpPr>
        <p:spPr>
          <a:xfrm>
            <a:off x="2857831" y="3810000"/>
            <a:ext cx="320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Oriented Planning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to-do planner and roadmap help users stay organized and aligned with their targets.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8589-0406-483A-80D9-8DB02097EBD9}"/>
              </a:ext>
            </a:extLst>
          </p:cNvPr>
          <p:cNvSpPr txBox="1"/>
          <p:nvPr/>
        </p:nvSpPr>
        <p:spPr>
          <a:xfrm>
            <a:off x="6019800" y="3816938"/>
            <a:ext cx="3124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Focused Prep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Company-wise question sets,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targeted preparation aligned with company expectations.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D84203-16DA-4BAD-BA85-3F3BDCC78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3375"/>
            <a:ext cx="9144000" cy="1446551"/>
          </a:xfrm>
          <a:prstGeom prst="rect">
            <a:avLst/>
          </a:prstGeom>
        </p:spPr>
      </p:pic>
      <p:pic>
        <p:nvPicPr>
          <p:cNvPr id="3" name="Graphic 2" descr="Clipboard with solid fill">
            <a:extLst>
              <a:ext uri="{FF2B5EF4-FFF2-40B4-BE49-F238E27FC236}">
                <a16:creationId xmlns:a16="http://schemas.microsoft.com/office/drawing/2014/main" id="{B84C65C4-758D-4FB7-B25F-1969FE712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45" y="3304186"/>
            <a:ext cx="552785" cy="552785"/>
          </a:xfrm>
          <a:prstGeom prst="rect">
            <a:avLst/>
          </a:prstGeom>
        </p:spPr>
      </p:pic>
      <p:pic>
        <p:nvPicPr>
          <p:cNvPr id="7" name="Graphic 6" descr="City with solid fill">
            <a:extLst>
              <a:ext uri="{FF2B5EF4-FFF2-40B4-BE49-F238E27FC236}">
                <a16:creationId xmlns:a16="http://schemas.microsoft.com/office/drawing/2014/main" id="{181E563B-D605-99FA-2B9D-DA4C7B764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523" y="3274001"/>
            <a:ext cx="681793" cy="681793"/>
          </a:xfrm>
          <a:prstGeom prst="rect">
            <a:avLst/>
          </a:prstGeom>
        </p:spPr>
      </p:pic>
      <p:pic>
        <p:nvPicPr>
          <p:cNvPr id="14" name="Graphic 13" descr="Checklist outline">
            <a:extLst>
              <a:ext uri="{FF2B5EF4-FFF2-40B4-BE49-F238E27FC236}">
                <a16:creationId xmlns:a16="http://schemas.microsoft.com/office/drawing/2014/main" id="{EF18ADA2-0119-7913-B6C2-5D8F7F9F6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0487" y="3304186"/>
            <a:ext cx="584001" cy="5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8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53694C-5B27-44DC-A262-63CAFFD8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33400"/>
            <a:ext cx="609601" cy="304800"/>
          </a:xfrm>
        </p:spPr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FA85-ECFF-423A-8D7B-E21FF0B2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7" y="838200"/>
            <a:ext cx="9024925" cy="83501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WORKFLOW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CBEC4-C948-3C10-1993-470AEDCA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47800"/>
            <a:ext cx="5491417" cy="517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0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B35-F619-A6C4-D183-0905E3C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DD44-8165-80F9-FC40-5F12B7DB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324600" y="3361932"/>
            <a:ext cx="152400" cy="134135"/>
          </a:xfrm>
        </p:spPr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72C5-9053-2A04-F2AC-F10C8CBF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91941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291</Words>
  <Application>Microsoft Office PowerPoint</Application>
  <PresentationFormat>On-screen Show (4:3)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Theme1</vt:lpstr>
      <vt:lpstr>PowerPoint Presentation</vt:lpstr>
      <vt:lpstr>.</vt:lpstr>
      <vt:lpstr>.</vt:lpstr>
      <vt:lpstr>.</vt:lpstr>
      <vt:lpstr>.</vt:lpstr>
      <vt:lpstr>-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Kalash Thakur</cp:lastModifiedBy>
  <cp:revision>171</cp:revision>
  <dcterms:created xsi:type="dcterms:W3CDTF">2024-07-10T18:26:37Z</dcterms:created>
  <dcterms:modified xsi:type="dcterms:W3CDTF">2026-05-06T20:53:30Z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